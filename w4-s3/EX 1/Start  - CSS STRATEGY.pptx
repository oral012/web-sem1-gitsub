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7CC85-8B25-4D00-BF57-CBCAD951B9ED}" v="46" dt="2025-11-04T10:36:18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>
        <p:scale>
          <a:sx n="125" d="100"/>
          <a:sy n="125" d="100"/>
        </p:scale>
        <p:origin x="-1968" y="-13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 Norakvannada" userId="7922683f-79ef-42a1-bc54-525f3a9e3a29" providerId="ADAL" clId="{B1FC47C3-967D-4B67-9107-63A26731C6FF}"/>
    <pc:docChg chg="undo custSel modSld">
      <pc:chgData name="DIN Norakvannada" userId="7922683f-79ef-42a1-bc54-525f3a9e3a29" providerId="ADAL" clId="{B1FC47C3-967D-4B67-9107-63A26731C6FF}" dt="2025-11-04T10:36:28.796" v="730" actId="1076"/>
      <pc:docMkLst>
        <pc:docMk/>
      </pc:docMkLst>
      <pc:sldChg chg="addSp delSp modSp mod">
        <pc:chgData name="DIN Norakvannada" userId="7922683f-79ef-42a1-bc54-525f3a9e3a29" providerId="ADAL" clId="{B1FC47C3-967D-4B67-9107-63A26731C6FF}" dt="2025-11-04T10:36:28.796" v="730" actId="1076"/>
        <pc:sldMkLst>
          <pc:docMk/>
          <pc:sldMk cId="3718043364" sldId="256"/>
        </pc:sldMkLst>
        <pc:spChg chg="add mod">
          <ac:chgData name="DIN Norakvannada" userId="7922683f-79ef-42a1-bc54-525f3a9e3a29" providerId="ADAL" clId="{B1FC47C3-967D-4B67-9107-63A26731C6FF}" dt="2025-11-04T10:21:31.013" v="515" actId="1076"/>
          <ac:spMkLst>
            <pc:docMk/>
            <pc:sldMk cId="3718043364" sldId="256"/>
            <ac:spMk id="2" creationId="{5B8FC795-E9CD-8ABF-E4EE-FDC1CEC1A3C9}"/>
          </ac:spMkLst>
        </pc:spChg>
        <pc:spChg chg="add mod">
          <ac:chgData name="DIN Norakvannada" userId="7922683f-79ef-42a1-bc54-525f3a9e3a29" providerId="ADAL" clId="{B1FC47C3-967D-4B67-9107-63A26731C6FF}" dt="2025-11-04T10:13:55.410" v="318" actId="13822"/>
          <ac:spMkLst>
            <pc:docMk/>
            <pc:sldMk cId="3718043364" sldId="256"/>
            <ac:spMk id="3" creationId="{CFD233CA-F47B-AF3B-A73A-BCD03F676AF8}"/>
          </ac:spMkLst>
        </pc:spChg>
        <pc:spChg chg="add mod">
          <ac:chgData name="DIN Norakvannada" userId="7922683f-79ef-42a1-bc54-525f3a9e3a29" providerId="ADAL" clId="{B1FC47C3-967D-4B67-9107-63A26731C6FF}" dt="2025-11-04T10:18:33.235" v="456" actId="1076"/>
          <ac:spMkLst>
            <pc:docMk/>
            <pc:sldMk cId="3718043364" sldId="256"/>
            <ac:spMk id="6" creationId="{D0A7C572-9F9F-3F49-E3F6-DDB0F539A1D4}"/>
          </ac:spMkLst>
        </pc:spChg>
        <pc:spChg chg="add mod">
          <ac:chgData name="DIN Norakvannada" userId="7922683f-79ef-42a1-bc54-525f3a9e3a29" providerId="ADAL" clId="{B1FC47C3-967D-4B67-9107-63A26731C6FF}" dt="2025-11-04T10:16:42.719" v="428" actId="14100"/>
          <ac:spMkLst>
            <pc:docMk/>
            <pc:sldMk cId="3718043364" sldId="256"/>
            <ac:spMk id="7" creationId="{FF33A27D-F8E8-4C0D-DA35-828418A35C60}"/>
          </ac:spMkLst>
        </pc:spChg>
        <pc:spChg chg="add mod">
          <ac:chgData name="DIN Norakvannada" userId="7922683f-79ef-42a1-bc54-525f3a9e3a29" providerId="ADAL" clId="{B1FC47C3-967D-4B67-9107-63A26731C6FF}" dt="2025-11-04T10:15:41.127" v="365" actId="14100"/>
          <ac:spMkLst>
            <pc:docMk/>
            <pc:sldMk cId="3718043364" sldId="256"/>
            <ac:spMk id="8" creationId="{11C53389-1526-638C-8DE8-F1773313C6E7}"/>
          </ac:spMkLst>
        </pc:spChg>
        <pc:spChg chg="add mod">
          <ac:chgData name="DIN Norakvannada" userId="7922683f-79ef-42a1-bc54-525f3a9e3a29" providerId="ADAL" clId="{B1FC47C3-967D-4B67-9107-63A26731C6FF}" dt="2025-11-04T10:17:27.335" v="449" actId="20577"/>
          <ac:spMkLst>
            <pc:docMk/>
            <pc:sldMk cId="3718043364" sldId="256"/>
            <ac:spMk id="9" creationId="{758532F6-1BB0-934F-08E4-155E72FE8649}"/>
          </ac:spMkLst>
        </pc:spChg>
        <pc:spChg chg="add mod">
          <ac:chgData name="DIN Norakvannada" userId="7922683f-79ef-42a1-bc54-525f3a9e3a29" providerId="ADAL" clId="{B1FC47C3-967D-4B67-9107-63A26731C6FF}" dt="2025-11-04T10:36:08.780" v="723" actId="1076"/>
          <ac:spMkLst>
            <pc:docMk/>
            <pc:sldMk cId="3718043364" sldId="256"/>
            <ac:spMk id="10" creationId="{DFB356FF-3CEF-6516-7086-5E842B3B542F}"/>
          </ac:spMkLst>
        </pc:spChg>
        <pc:spChg chg="add del mod">
          <ac:chgData name="DIN Norakvannada" userId="7922683f-79ef-42a1-bc54-525f3a9e3a29" providerId="ADAL" clId="{B1FC47C3-967D-4B67-9107-63A26731C6FF}" dt="2025-11-04T10:18:21.905" v="454" actId="478"/>
          <ac:spMkLst>
            <pc:docMk/>
            <pc:sldMk cId="3718043364" sldId="256"/>
            <ac:spMk id="11" creationId="{2F45C2BF-C1B0-B41C-491E-D7948EC42030}"/>
          </ac:spMkLst>
        </pc:spChg>
        <pc:spChg chg="add del mod">
          <ac:chgData name="DIN Norakvannada" userId="7922683f-79ef-42a1-bc54-525f3a9e3a29" providerId="ADAL" clId="{B1FC47C3-967D-4B67-9107-63A26731C6FF}" dt="2025-11-04T10:18:21.905" v="454" actId="478"/>
          <ac:spMkLst>
            <pc:docMk/>
            <pc:sldMk cId="3718043364" sldId="256"/>
            <ac:spMk id="12" creationId="{D3692C0B-AAA8-1F4B-77FE-8721AAA847A9}"/>
          </ac:spMkLst>
        </pc:spChg>
        <pc:spChg chg="add mod">
          <ac:chgData name="DIN Norakvannada" userId="7922683f-79ef-42a1-bc54-525f3a9e3a29" providerId="ADAL" clId="{B1FC47C3-967D-4B67-9107-63A26731C6FF}" dt="2025-11-04T10:21:31.013" v="515" actId="1076"/>
          <ac:spMkLst>
            <pc:docMk/>
            <pc:sldMk cId="3718043364" sldId="256"/>
            <ac:spMk id="13" creationId="{36A09EAD-52D1-24DD-C01B-9C510014A1B2}"/>
          </ac:spMkLst>
        </pc:spChg>
        <pc:spChg chg="add mod">
          <ac:chgData name="DIN Norakvannada" userId="7922683f-79ef-42a1-bc54-525f3a9e3a29" providerId="ADAL" clId="{B1FC47C3-967D-4B67-9107-63A26731C6FF}" dt="2025-11-04T10:36:28.796" v="730" actId="1076"/>
          <ac:spMkLst>
            <pc:docMk/>
            <pc:sldMk cId="3718043364" sldId="256"/>
            <ac:spMk id="14" creationId="{B3525F0E-83C2-4DBC-7FFE-3AB4A4112006}"/>
          </ac:spMkLst>
        </pc:spChg>
        <pc:spChg chg="add mod">
          <ac:chgData name="DIN Norakvannada" userId="7922683f-79ef-42a1-bc54-525f3a9e3a29" providerId="ADAL" clId="{B1FC47C3-967D-4B67-9107-63A26731C6FF}" dt="2025-11-04T10:36:26.518" v="729" actId="1076"/>
          <ac:spMkLst>
            <pc:docMk/>
            <pc:sldMk cId="3718043364" sldId="256"/>
            <ac:spMk id="15" creationId="{BB4D0D34-32E9-E8D2-E830-39DF581AC89C}"/>
          </ac:spMkLst>
        </pc:spChg>
        <pc:spChg chg="add mod">
          <ac:chgData name="DIN Norakvannada" userId="7922683f-79ef-42a1-bc54-525f3a9e3a29" providerId="ADAL" clId="{B1FC47C3-967D-4B67-9107-63A26731C6FF}" dt="2025-11-04T10:22:46.207" v="545" actId="14100"/>
          <ac:spMkLst>
            <pc:docMk/>
            <pc:sldMk cId="3718043364" sldId="256"/>
            <ac:spMk id="16" creationId="{7ADC0008-41FD-33B1-6E14-28E3BF5987BE}"/>
          </ac:spMkLst>
        </pc:spChg>
        <pc:spChg chg="add mod">
          <ac:chgData name="DIN Norakvannada" userId="7922683f-79ef-42a1-bc54-525f3a9e3a29" providerId="ADAL" clId="{B1FC47C3-967D-4B67-9107-63A26731C6FF}" dt="2025-11-04T10:25:55.330" v="561" actId="255"/>
          <ac:spMkLst>
            <pc:docMk/>
            <pc:sldMk cId="3718043364" sldId="256"/>
            <ac:spMk id="17" creationId="{9A2C36F9-7361-21A3-331A-44550DDF97EC}"/>
          </ac:spMkLst>
        </pc:spChg>
        <pc:spChg chg="add mod">
          <ac:chgData name="DIN Norakvannada" userId="7922683f-79ef-42a1-bc54-525f3a9e3a29" providerId="ADAL" clId="{B1FC47C3-967D-4B67-9107-63A26731C6FF}" dt="2025-11-04T10:25:46.532" v="560" actId="255"/>
          <ac:spMkLst>
            <pc:docMk/>
            <pc:sldMk cId="3718043364" sldId="256"/>
            <ac:spMk id="18" creationId="{11F30509-BA0E-F818-2D1A-968017FA2EA1}"/>
          </ac:spMkLst>
        </pc:spChg>
        <pc:spChg chg="add mod">
          <ac:chgData name="DIN Norakvannada" userId="7922683f-79ef-42a1-bc54-525f3a9e3a29" providerId="ADAL" clId="{B1FC47C3-967D-4B67-9107-63A26731C6FF}" dt="2025-11-04T10:27:31.764" v="576" actId="14100"/>
          <ac:spMkLst>
            <pc:docMk/>
            <pc:sldMk cId="3718043364" sldId="256"/>
            <ac:spMk id="19" creationId="{F61AC92B-0228-A69E-13AA-398BA2A73CE9}"/>
          </ac:spMkLst>
        </pc:spChg>
        <pc:spChg chg="add mod">
          <ac:chgData name="DIN Norakvannada" userId="7922683f-79ef-42a1-bc54-525f3a9e3a29" providerId="ADAL" clId="{B1FC47C3-967D-4B67-9107-63A26731C6FF}" dt="2025-11-04T10:27:43.564" v="587" actId="20577"/>
          <ac:spMkLst>
            <pc:docMk/>
            <pc:sldMk cId="3718043364" sldId="256"/>
            <ac:spMk id="20" creationId="{ABF8FC5D-9798-4277-9D0D-88A75E52F9F5}"/>
          </ac:spMkLst>
        </pc:spChg>
        <pc:spChg chg="add mod">
          <ac:chgData name="DIN Norakvannada" userId="7922683f-79ef-42a1-bc54-525f3a9e3a29" providerId="ADAL" clId="{B1FC47C3-967D-4B67-9107-63A26731C6FF}" dt="2025-11-04T10:28:09.065" v="596" actId="20577"/>
          <ac:spMkLst>
            <pc:docMk/>
            <pc:sldMk cId="3718043364" sldId="256"/>
            <ac:spMk id="21" creationId="{986D8F8E-12DE-6110-3B63-9EE8BC1F204C}"/>
          </ac:spMkLst>
        </pc:spChg>
        <pc:spChg chg="add">
          <ac:chgData name="DIN Norakvannada" userId="7922683f-79ef-42a1-bc54-525f3a9e3a29" providerId="ADAL" clId="{B1FC47C3-967D-4B67-9107-63A26731C6FF}" dt="2025-11-04T10:30:01.293" v="597" actId="11529"/>
          <ac:spMkLst>
            <pc:docMk/>
            <pc:sldMk cId="3718043364" sldId="256"/>
            <ac:spMk id="22" creationId="{67BC72B0-E217-4E69-FDD4-630616691C8D}"/>
          </ac:spMkLst>
        </pc:spChg>
        <pc:spChg chg="add mod">
          <ac:chgData name="DIN Norakvannada" userId="7922683f-79ef-42a1-bc54-525f3a9e3a29" providerId="ADAL" clId="{B1FC47C3-967D-4B67-9107-63A26731C6FF}" dt="2025-11-04T10:30:19.401" v="611" actId="20577"/>
          <ac:spMkLst>
            <pc:docMk/>
            <pc:sldMk cId="3718043364" sldId="256"/>
            <ac:spMk id="23" creationId="{5F396915-CDC0-B76C-E3A5-8A05F6A423A7}"/>
          </ac:spMkLst>
        </pc:spChg>
        <pc:spChg chg="add del mod">
          <ac:chgData name="DIN Norakvannada" userId="7922683f-79ef-42a1-bc54-525f3a9e3a29" providerId="ADAL" clId="{B1FC47C3-967D-4B67-9107-63A26731C6FF}" dt="2025-11-04T10:33:14.179" v="641" actId="1076"/>
          <ac:spMkLst>
            <pc:docMk/>
            <pc:sldMk cId="3718043364" sldId="256"/>
            <ac:spMk id="24" creationId="{B8CE7419-BBF4-0BFB-6D2E-193281A8AC5A}"/>
          </ac:spMkLst>
        </pc:spChg>
        <pc:spChg chg="add mod">
          <ac:chgData name="DIN Norakvannada" userId="7922683f-79ef-42a1-bc54-525f3a9e3a29" providerId="ADAL" clId="{B1FC47C3-967D-4B67-9107-63A26731C6FF}" dt="2025-11-04T10:33:24.723" v="643" actId="14100"/>
          <ac:spMkLst>
            <pc:docMk/>
            <pc:sldMk cId="3718043364" sldId="256"/>
            <ac:spMk id="25" creationId="{AE24A8B6-A2A5-9E69-5617-F5EE9AFBF70A}"/>
          </ac:spMkLst>
        </pc:spChg>
        <pc:spChg chg="add mod">
          <ac:chgData name="DIN Norakvannada" userId="7922683f-79ef-42a1-bc54-525f3a9e3a29" providerId="ADAL" clId="{B1FC47C3-967D-4B67-9107-63A26731C6FF}" dt="2025-11-04T10:32:49.600" v="627" actId="571"/>
          <ac:spMkLst>
            <pc:docMk/>
            <pc:sldMk cId="3718043364" sldId="256"/>
            <ac:spMk id="26" creationId="{13F69B04-CBCF-2651-079A-578A06D0DED9}"/>
          </ac:spMkLst>
        </pc:spChg>
        <pc:spChg chg="add mod">
          <ac:chgData name="DIN Norakvannada" userId="7922683f-79ef-42a1-bc54-525f3a9e3a29" providerId="ADAL" clId="{B1FC47C3-967D-4B67-9107-63A26731C6FF}" dt="2025-11-04T10:32:49.600" v="627" actId="571"/>
          <ac:spMkLst>
            <pc:docMk/>
            <pc:sldMk cId="3718043364" sldId="256"/>
            <ac:spMk id="27" creationId="{9A6F20C7-9492-D641-7D96-ABE7C32A74C9}"/>
          </ac:spMkLst>
        </pc:spChg>
        <pc:spChg chg="add mod">
          <ac:chgData name="DIN Norakvannada" userId="7922683f-79ef-42a1-bc54-525f3a9e3a29" providerId="ADAL" clId="{B1FC47C3-967D-4B67-9107-63A26731C6FF}" dt="2025-11-04T10:33:48.041" v="656" actId="20577"/>
          <ac:spMkLst>
            <pc:docMk/>
            <pc:sldMk cId="3718043364" sldId="256"/>
            <ac:spMk id="28" creationId="{E8B5F5E7-5862-4206-8B91-0797813D7F44}"/>
          </ac:spMkLst>
        </pc:spChg>
        <pc:spChg chg="add mod">
          <ac:chgData name="DIN Norakvannada" userId="7922683f-79ef-42a1-bc54-525f3a9e3a29" providerId="ADAL" clId="{B1FC47C3-967D-4B67-9107-63A26731C6FF}" dt="2025-11-04T10:33:53.774" v="658" actId="571"/>
          <ac:spMkLst>
            <pc:docMk/>
            <pc:sldMk cId="3718043364" sldId="256"/>
            <ac:spMk id="29" creationId="{67C6651F-096B-394A-FCB2-1E7E4A1A3F1D}"/>
          </ac:spMkLst>
        </pc:spChg>
        <pc:spChg chg="add mod">
          <ac:chgData name="DIN Norakvannada" userId="7922683f-79ef-42a1-bc54-525f3a9e3a29" providerId="ADAL" clId="{B1FC47C3-967D-4B67-9107-63A26731C6FF}" dt="2025-11-04T10:35:10.023" v="698" actId="14100"/>
          <ac:spMkLst>
            <pc:docMk/>
            <pc:sldMk cId="3718043364" sldId="256"/>
            <ac:spMk id="30" creationId="{D74F9F71-2AC2-949A-3731-D9D3B44472D6}"/>
          </ac:spMkLst>
        </pc:spChg>
        <pc:spChg chg="add mod">
          <ac:chgData name="DIN Norakvannada" userId="7922683f-79ef-42a1-bc54-525f3a9e3a29" providerId="ADAL" clId="{B1FC47C3-967D-4B67-9107-63A26731C6FF}" dt="2025-11-04T10:35:14.625" v="700" actId="571"/>
          <ac:spMkLst>
            <pc:docMk/>
            <pc:sldMk cId="3718043364" sldId="256"/>
            <ac:spMk id="31" creationId="{E1A8381C-C275-A886-1F47-1E9E2952606E}"/>
          </ac:spMkLst>
        </pc:spChg>
        <pc:spChg chg="add mod">
          <ac:chgData name="DIN Norakvannada" userId="7922683f-79ef-42a1-bc54-525f3a9e3a29" providerId="ADAL" clId="{B1FC47C3-967D-4B67-9107-63A26731C6FF}" dt="2025-11-04T10:35:14.625" v="700" actId="571"/>
          <ac:spMkLst>
            <pc:docMk/>
            <pc:sldMk cId="3718043364" sldId="256"/>
            <ac:spMk id="32" creationId="{8D211612-523E-D117-B775-71E364810305}"/>
          </ac:spMkLst>
        </pc:spChg>
        <pc:spChg chg="add mod">
          <ac:chgData name="DIN Norakvannada" userId="7922683f-79ef-42a1-bc54-525f3a9e3a29" providerId="ADAL" clId="{B1FC47C3-967D-4B67-9107-63A26731C6FF}" dt="2025-11-04T10:35:22.428" v="702" actId="571"/>
          <ac:spMkLst>
            <pc:docMk/>
            <pc:sldMk cId="3718043364" sldId="256"/>
            <ac:spMk id="33" creationId="{575E75EA-62D0-10ED-222F-80E3D8C1E25F}"/>
          </ac:spMkLst>
        </pc:spChg>
        <pc:spChg chg="add mod">
          <ac:chgData name="DIN Norakvannada" userId="7922683f-79ef-42a1-bc54-525f3a9e3a29" providerId="ADAL" clId="{B1FC47C3-967D-4B67-9107-63A26731C6FF}" dt="2025-11-04T10:35:22.428" v="702" actId="571"/>
          <ac:spMkLst>
            <pc:docMk/>
            <pc:sldMk cId="3718043364" sldId="256"/>
            <ac:spMk id="34" creationId="{5DDC0536-A40C-215A-CDB3-2B48C5C49A87}"/>
          </ac:spMkLst>
        </pc:spChg>
        <pc:spChg chg="add mod">
          <ac:chgData name="DIN Norakvannada" userId="7922683f-79ef-42a1-bc54-525f3a9e3a29" providerId="ADAL" clId="{B1FC47C3-967D-4B67-9107-63A26731C6FF}" dt="2025-11-04T10:35:28.151" v="704" actId="571"/>
          <ac:spMkLst>
            <pc:docMk/>
            <pc:sldMk cId="3718043364" sldId="256"/>
            <ac:spMk id="35" creationId="{06808119-1702-83C9-7C45-10C81659EF24}"/>
          </ac:spMkLst>
        </pc:spChg>
        <pc:spChg chg="add mod">
          <ac:chgData name="DIN Norakvannada" userId="7922683f-79ef-42a1-bc54-525f3a9e3a29" providerId="ADAL" clId="{B1FC47C3-967D-4B67-9107-63A26731C6FF}" dt="2025-11-04T10:35:42.937" v="717" actId="20577"/>
          <ac:spMkLst>
            <pc:docMk/>
            <pc:sldMk cId="3718043364" sldId="256"/>
            <ac:spMk id="36" creationId="{C26B8B72-70D6-F574-F589-30291FEA2432}"/>
          </ac:spMkLst>
        </pc:spChg>
        <pc:spChg chg="add mod">
          <ac:chgData name="DIN Norakvannada" userId="7922683f-79ef-42a1-bc54-525f3a9e3a29" providerId="ADAL" clId="{B1FC47C3-967D-4B67-9107-63A26731C6FF}" dt="2025-11-04T10:36:05.388" v="721" actId="571"/>
          <ac:spMkLst>
            <pc:docMk/>
            <pc:sldMk cId="3718043364" sldId="256"/>
            <ac:spMk id="37" creationId="{7545032D-CDA3-F69D-5551-033DD36762A0}"/>
          </ac:spMkLst>
        </pc:spChg>
        <pc:spChg chg="add mod">
          <ac:chgData name="DIN Norakvannada" userId="7922683f-79ef-42a1-bc54-525f3a9e3a29" providerId="ADAL" clId="{B1FC47C3-967D-4B67-9107-63A26731C6FF}" dt="2025-11-04T10:36:05.388" v="721" actId="571"/>
          <ac:spMkLst>
            <pc:docMk/>
            <pc:sldMk cId="3718043364" sldId="256"/>
            <ac:spMk id="38" creationId="{CEDBA312-F071-129C-55DD-B36F67711FA5}"/>
          </ac:spMkLst>
        </pc:spChg>
        <pc:spChg chg="add mod">
          <ac:chgData name="DIN Norakvannada" userId="7922683f-79ef-42a1-bc54-525f3a9e3a29" providerId="ADAL" clId="{B1FC47C3-967D-4B67-9107-63A26731C6FF}" dt="2025-11-04T10:36:11.768" v="725" actId="571"/>
          <ac:spMkLst>
            <pc:docMk/>
            <pc:sldMk cId="3718043364" sldId="256"/>
            <ac:spMk id="39" creationId="{0C1311AE-D4B7-7F19-EE20-4DA71A3FAB29}"/>
          </ac:spMkLst>
        </pc:spChg>
        <pc:spChg chg="add mod">
          <ac:chgData name="DIN Norakvannada" userId="7922683f-79ef-42a1-bc54-525f3a9e3a29" providerId="ADAL" clId="{B1FC47C3-967D-4B67-9107-63A26731C6FF}" dt="2025-11-04T10:36:11.768" v="725" actId="571"/>
          <ac:spMkLst>
            <pc:docMk/>
            <pc:sldMk cId="3718043364" sldId="256"/>
            <ac:spMk id="40" creationId="{CD291607-B8B1-2E85-0923-D4A9FA3C2BB5}"/>
          </ac:spMkLst>
        </pc:spChg>
        <pc:spChg chg="add mod">
          <ac:chgData name="DIN Norakvannada" userId="7922683f-79ef-42a1-bc54-525f3a9e3a29" providerId="ADAL" clId="{B1FC47C3-967D-4B67-9107-63A26731C6FF}" dt="2025-11-04T10:36:18.830" v="727" actId="571"/>
          <ac:spMkLst>
            <pc:docMk/>
            <pc:sldMk cId="3718043364" sldId="256"/>
            <ac:spMk id="41" creationId="{0EB012CE-C538-F8CE-B2A8-943C071E2D2B}"/>
          </ac:spMkLst>
        </pc:spChg>
        <pc:spChg chg="add mod">
          <ac:chgData name="DIN Norakvannada" userId="7922683f-79ef-42a1-bc54-525f3a9e3a29" providerId="ADAL" clId="{B1FC47C3-967D-4B67-9107-63A26731C6FF}" dt="2025-11-04T10:36:18.830" v="727" actId="571"/>
          <ac:spMkLst>
            <pc:docMk/>
            <pc:sldMk cId="3718043364" sldId="256"/>
            <ac:spMk id="42" creationId="{8159EA76-902C-40BA-4F7C-888DC261D964}"/>
          </ac:spMkLst>
        </pc:spChg>
        <pc:picChg chg="mod">
          <ac:chgData name="DIN Norakvannada" userId="7922683f-79ef-42a1-bc54-525f3a9e3a29" providerId="ADAL" clId="{B1FC47C3-967D-4B67-9107-63A26731C6FF}" dt="2025-11-04T10:13:20.607" v="315" actId="14100"/>
          <ac:picMkLst>
            <pc:docMk/>
            <pc:sldMk cId="3718043364" sldId="256"/>
            <ac:picMk id="5" creationId="{21A1E41E-2407-443F-A384-76DD9D204316}"/>
          </ac:picMkLst>
        </pc:picChg>
      </pc:sldChg>
      <pc:sldChg chg="addSp delSp modSp mod">
        <pc:chgData name="DIN Norakvannada" userId="7922683f-79ef-42a1-bc54-525f3a9e3a29" providerId="ADAL" clId="{B1FC47C3-967D-4B67-9107-63A26731C6FF}" dt="2025-11-04T10:11:42.871" v="290" actId="20577"/>
        <pc:sldMkLst>
          <pc:docMk/>
          <pc:sldMk cId="535099321" sldId="257"/>
        </pc:sldMkLst>
        <pc:spChg chg="add mod">
          <ac:chgData name="DIN Norakvannada" userId="7922683f-79ef-42a1-bc54-525f3a9e3a29" providerId="ADAL" clId="{B1FC47C3-967D-4B67-9107-63A26731C6FF}" dt="2025-11-04T09:58:29.219" v="52" actId="14100"/>
          <ac:spMkLst>
            <pc:docMk/>
            <pc:sldMk cId="535099321" sldId="257"/>
            <ac:spMk id="2" creationId="{725EFBD3-CB2B-1A05-7BE1-1D41374ED5F5}"/>
          </ac:spMkLst>
        </pc:spChg>
        <pc:spChg chg="add mod">
          <ac:chgData name="DIN Norakvannada" userId="7922683f-79ef-42a1-bc54-525f3a9e3a29" providerId="ADAL" clId="{B1FC47C3-967D-4B67-9107-63A26731C6FF}" dt="2025-11-04T09:58:49.840" v="64" actId="20577"/>
          <ac:spMkLst>
            <pc:docMk/>
            <pc:sldMk cId="535099321" sldId="257"/>
            <ac:spMk id="3" creationId="{ECAA9033-8332-9A9C-15D5-25EC5E44DDCA}"/>
          </ac:spMkLst>
        </pc:spChg>
        <pc:spChg chg="add mod">
          <ac:chgData name="DIN Norakvannada" userId="7922683f-79ef-42a1-bc54-525f3a9e3a29" providerId="ADAL" clId="{B1FC47C3-967D-4B67-9107-63A26731C6FF}" dt="2025-11-04T10:00:49.462" v="121" actId="14100"/>
          <ac:spMkLst>
            <pc:docMk/>
            <pc:sldMk cId="535099321" sldId="257"/>
            <ac:spMk id="4" creationId="{A66B7D8D-3C4A-5677-A054-83BD60F73900}"/>
          </ac:spMkLst>
        </pc:spChg>
        <pc:spChg chg="add mod">
          <ac:chgData name="DIN Norakvannada" userId="7922683f-79ef-42a1-bc54-525f3a9e3a29" providerId="ADAL" clId="{B1FC47C3-967D-4B67-9107-63A26731C6FF}" dt="2025-11-04T10:02:24.429" v="134" actId="1076"/>
          <ac:spMkLst>
            <pc:docMk/>
            <pc:sldMk cId="535099321" sldId="257"/>
            <ac:spMk id="5" creationId="{9844AF0B-DF15-20C4-B263-EE0E44E84C74}"/>
          </ac:spMkLst>
        </pc:spChg>
        <pc:spChg chg="add mod">
          <ac:chgData name="DIN Norakvannada" userId="7922683f-79ef-42a1-bc54-525f3a9e3a29" providerId="ADAL" clId="{B1FC47C3-967D-4B67-9107-63A26731C6FF}" dt="2025-11-04T10:02:53.950" v="156" actId="20577"/>
          <ac:spMkLst>
            <pc:docMk/>
            <pc:sldMk cId="535099321" sldId="257"/>
            <ac:spMk id="6" creationId="{D7A8328B-3A1F-F600-062A-020AA88C69F8}"/>
          </ac:spMkLst>
        </pc:spChg>
        <pc:spChg chg="add mod">
          <ac:chgData name="DIN Norakvannada" userId="7922683f-79ef-42a1-bc54-525f3a9e3a29" providerId="ADAL" clId="{B1FC47C3-967D-4B67-9107-63A26731C6FF}" dt="2025-11-04T10:08:56.971" v="227" actId="1076"/>
          <ac:spMkLst>
            <pc:docMk/>
            <pc:sldMk cId="535099321" sldId="257"/>
            <ac:spMk id="7" creationId="{1D2CCA3A-DD59-ABC7-43CD-D892A5D6A81B}"/>
          </ac:spMkLst>
        </pc:spChg>
        <pc:spChg chg="add mod">
          <ac:chgData name="DIN Norakvannada" userId="7922683f-79ef-42a1-bc54-525f3a9e3a29" providerId="ADAL" clId="{B1FC47C3-967D-4B67-9107-63A26731C6FF}" dt="2025-11-04T10:08:56.971" v="227" actId="1076"/>
          <ac:spMkLst>
            <pc:docMk/>
            <pc:sldMk cId="535099321" sldId="257"/>
            <ac:spMk id="8" creationId="{C8D5CBE7-7AC7-B0DF-6145-CCF93A944A8E}"/>
          </ac:spMkLst>
        </pc:spChg>
        <pc:spChg chg="add mod">
          <ac:chgData name="DIN Norakvannada" userId="7922683f-79ef-42a1-bc54-525f3a9e3a29" providerId="ADAL" clId="{B1FC47C3-967D-4B67-9107-63A26731C6FF}" dt="2025-11-04T10:04:53.181" v="169"/>
          <ac:spMkLst>
            <pc:docMk/>
            <pc:sldMk cId="535099321" sldId="257"/>
            <ac:spMk id="9" creationId="{5BB87269-54FA-1A4A-DF33-7340E8729940}"/>
          </ac:spMkLst>
        </pc:spChg>
        <pc:spChg chg="add mod">
          <ac:chgData name="DIN Norakvannada" userId="7922683f-79ef-42a1-bc54-525f3a9e3a29" providerId="ADAL" clId="{B1FC47C3-967D-4B67-9107-63A26731C6FF}" dt="2025-11-04T10:05:01.962" v="170"/>
          <ac:spMkLst>
            <pc:docMk/>
            <pc:sldMk cId="535099321" sldId="257"/>
            <ac:spMk id="10" creationId="{A49620D5-A7D0-6464-76E3-BD14B7243ADC}"/>
          </ac:spMkLst>
        </pc:spChg>
        <pc:spChg chg="add mod">
          <ac:chgData name="DIN Norakvannada" userId="7922683f-79ef-42a1-bc54-525f3a9e3a29" providerId="ADAL" clId="{B1FC47C3-967D-4B67-9107-63A26731C6FF}" dt="2025-11-04T10:07:18.222" v="196" actId="14100"/>
          <ac:spMkLst>
            <pc:docMk/>
            <pc:sldMk cId="535099321" sldId="257"/>
            <ac:spMk id="11" creationId="{297DC72A-FC99-CD17-41C1-D8EBDEDCD911}"/>
          </ac:spMkLst>
        </pc:spChg>
        <pc:spChg chg="add mod">
          <ac:chgData name="DIN Norakvannada" userId="7922683f-79ef-42a1-bc54-525f3a9e3a29" providerId="ADAL" clId="{B1FC47C3-967D-4B67-9107-63A26731C6FF}" dt="2025-11-04T10:11:42.871" v="290" actId="20577"/>
          <ac:spMkLst>
            <pc:docMk/>
            <pc:sldMk cId="535099321" sldId="257"/>
            <ac:spMk id="12" creationId="{C03D414D-1EAB-128C-7255-AE97D8696D39}"/>
          </ac:spMkLst>
        </pc:spChg>
        <pc:spChg chg="add del mod">
          <ac:chgData name="DIN Norakvannada" userId="7922683f-79ef-42a1-bc54-525f3a9e3a29" providerId="ADAL" clId="{B1FC47C3-967D-4B67-9107-63A26731C6FF}" dt="2025-11-04T10:09:29.026" v="246" actId="478"/>
          <ac:spMkLst>
            <pc:docMk/>
            <pc:sldMk cId="535099321" sldId="257"/>
            <ac:spMk id="13" creationId="{73DBA3C7-8E98-9EF5-8740-F0583D3B9AF4}"/>
          </ac:spMkLst>
        </pc:spChg>
        <pc:spChg chg="add mod">
          <ac:chgData name="DIN Norakvannada" userId="7922683f-79ef-42a1-bc54-525f3a9e3a29" providerId="ADAL" clId="{B1FC47C3-967D-4B67-9107-63A26731C6FF}" dt="2025-11-04T10:08:21.876" v="224" actId="20577"/>
          <ac:spMkLst>
            <pc:docMk/>
            <pc:sldMk cId="535099321" sldId="257"/>
            <ac:spMk id="14" creationId="{8DBEDF49-420A-3B8E-E9C5-0E9C476155FE}"/>
          </ac:spMkLst>
        </pc:spChg>
        <pc:spChg chg="add mod">
          <ac:chgData name="DIN Norakvannada" userId="7922683f-79ef-42a1-bc54-525f3a9e3a29" providerId="ADAL" clId="{B1FC47C3-967D-4B67-9107-63A26731C6FF}" dt="2025-11-04T10:09:15.786" v="243" actId="20577"/>
          <ac:spMkLst>
            <pc:docMk/>
            <pc:sldMk cId="535099321" sldId="257"/>
            <ac:spMk id="15" creationId="{6E8B46E2-D345-876A-F0F7-0C325EC82003}"/>
          </ac:spMkLst>
        </pc:spChg>
        <pc:spChg chg="add mod ord">
          <ac:chgData name="DIN Norakvannada" userId="7922683f-79ef-42a1-bc54-525f3a9e3a29" providerId="ADAL" clId="{B1FC47C3-967D-4B67-9107-63A26731C6FF}" dt="2025-11-04T10:10:21.983" v="265" actId="14100"/>
          <ac:spMkLst>
            <pc:docMk/>
            <pc:sldMk cId="535099321" sldId="257"/>
            <ac:spMk id="16" creationId="{AAAAB358-CB75-FB65-58A1-041EFBB97939}"/>
          </ac:spMkLst>
        </pc:spChg>
        <pc:spChg chg="add mod">
          <ac:chgData name="DIN Norakvannada" userId="7922683f-79ef-42a1-bc54-525f3a9e3a29" providerId="ADAL" clId="{B1FC47C3-967D-4B67-9107-63A26731C6FF}" dt="2025-11-04T10:09:48.400" v="250" actId="571"/>
          <ac:spMkLst>
            <pc:docMk/>
            <pc:sldMk cId="535099321" sldId="257"/>
            <ac:spMk id="17" creationId="{6E431185-6449-FE2D-CC35-3B8001AB3312}"/>
          </ac:spMkLst>
        </pc:spChg>
        <pc:spChg chg="add mod">
          <ac:chgData name="DIN Norakvannada" userId="7922683f-79ef-42a1-bc54-525f3a9e3a29" providerId="ADAL" clId="{B1FC47C3-967D-4B67-9107-63A26731C6FF}" dt="2025-11-04T10:09:48.400" v="250" actId="571"/>
          <ac:spMkLst>
            <pc:docMk/>
            <pc:sldMk cId="535099321" sldId="257"/>
            <ac:spMk id="18" creationId="{6179E429-B8A7-17F7-0DE9-C921EC67A389}"/>
          </ac:spMkLst>
        </pc:spChg>
        <pc:spChg chg="add mod">
          <ac:chgData name="DIN Norakvannada" userId="7922683f-79ef-42a1-bc54-525f3a9e3a29" providerId="ADAL" clId="{B1FC47C3-967D-4B67-9107-63A26731C6FF}" dt="2025-11-04T10:09:52.308" v="252" actId="571"/>
          <ac:spMkLst>
            <pc:docMk/>
            <pc:sldMk cId="535099321" sldId="257"/>
            <ac:spMk id="19" creationId="{BE87F2A8-6298-40B8-69FA-4A27680BBD00}"/>
          </ac:spMkLst>
        </pc:spChg>
        <pc:spChg chg="add mod">
          <ac:chgData name="DIN Norakvannada" userId="7922683f-79ef-42a1-bc54-525f3a9e3a29" providerId="ADAL" clId="{B1FC47C3-967D-4B67-9107-63A26731C6FF}" dt="2025-11-04T10:09:52.308" v="252" actId="571"/>
          <ac:spMkLst>
            <pc:docMk/>
            <pc:sldMk cId="535099321" sldId="257"/>
            <ac:spMk id="20" creationId="{05AA47B9-CA47-A6FE-8949-81B399CC26EC}"/>
          </ac:spMkLst>
        </pc:spChg>
        <pc:spChg chg="add mod">
          <ac:chgData name="DIN Norakvannada" userId="7922683f-79ef-42a1-bc54-525f3a9e3a29" providerId="ADAL" clId="{B1FC47C3-967D-4B67-9107-63A26731C6FF}" dt="2025-11-04T10:10:28.967" v="266" actId="1076"/>
          <ac:spMkLst>
            <pc:docMk/>
            <pc:sldMk cId="535099321" sldId="257"/>
            <ac:spMk id="21" creationId="{3D4E26F3-0CB5-D63F-E589-41943170BFD1}"/>
          </ac:spMkLst>
        </pc:spChg>
      </pc:sldChg>
      <pc:sldChg chg="addSp modSp mod">
        <pc:chgData name="DIN Norakvannada" userId="7922683f-79ef-42a1-bc54-525f3a9e3a29" providerId="ADAL" clId="{B1FC47C3-967D-4B67-9107-63A26731C6FF}" dt="2025-11-04T09:57:57.691" v="48" actId="1076"/>
        <pc:sldMkLst>
          <pc:docMk/>
          <pc:sldMk cId="3483976946" sldId="258"/>
        </pc:sldMkLst>
        <pc:spChg chg="add mod">
          <ac:chgData name="DIN Norakvannada" userId="7922683f-79ef-42a1-bc54-525f3a9e3a29" providerId="ADAL" clId="{B1FC47C3-967D-4B67-9107-63A26731C6FF}" dt="2025-11-04T09:56:11.524" v="32" actId="1076"/>
          <ac:spMkLst>
            <pc:docMk/>
            <pc:sldMk cId="3483976946" sldId="258"/>
            <ac:spMk id="9" creationId="{6084A87E-168E-3CFD-2EB3-7BD85D2DA761}"/>
          </ac:spMkLst>
        </pc:spChg>
        <pc:spChg chg="add mod">
          <ac:chgData name="DIN Norakvannada" userId="7922683f-79ef-42a1-bc54-525f3a9e3a29" providerId="ADAL" clId="{B1FC47C3-967D-4B67-9107-63A26731C6FF}" dt="2025-11-04T09:56:09.261" v="31" actId="1076"/>
          <ac:spMkLst>
            <pc:docMk/>
            <pc:sldMk cId="3483976946" sldId="258"/>
            <ac:spMk id="13" creationId="{5FDBF469-AE16-7D3E-FEC1-C1F91CB88F0F}"/>
          </ac:spMkLst>
        </pc:spChg>
        <pc:spChg chg="add mod">
          <ac:chgData name="DIN Norakvannada" userId="7922683f-79ef-42a1-bc54-525f3a9e3a29" providerId="ADAL" clId="{B1FC47C3-967D-4B67-9107-63A26731C6FF}" dt="2025-11-04T09:56:37.833" v="36" actId="17032"/>
          <ac:spMkLst>
            <pc:docMk/>
            <pc:sldMk cId="3483976946" sldId="258"/>
            <ac:spMk id="14" creationId="{D76579FB-EE62-5F38-19E5-FF76D422F761}"/>
          </ac:spMkLst>
        </pc:spChg>
        <pc:spChg chg="add mod">
          <ac:chgData name="DIN Norakvannada" userId="7922683f-79ef-42a1-bc54-525f3a9e3a29" providerId="ADAL" clId="{B1FC47C3-967D-4B67-9107-63A26731C6FF}" dt="2025-11-04T09:57:45.344" v="46" actId="17032"/>
          <ac:spMkLst>
            <pc:docMk/>
            <pc:sldMk cId="3483976946" sldId="258"/>
            <ac:spMk id="20" creationId="{FAE1B598-B417-FA5E-F5AF-C5D274138391}"/>
          </ac:spMkLst>
        </pc:spChg>
        <pc:picChg chg="mod">
          <ac:chgData name="DIN Norakvannada" userId="7922683f-79ef-42a1-bc54-525f3a9e3a29" providerId="ADAL" clId="{B1FC47C3-967D-4B67-9107-63A26731C6FF}" dt="2025-11-04T09:57:57.691" v="48" actId="1076"/>
          <ac:picMkLst>
            <pc:docMk/>
            <pc:sldMk cId="3483976946" sldId="258"/>
            <ac:picMk id="2" creationId="{B3476E2A-D8F6-9CDC-05AC-35FD2411D2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62" y="868065"/>
            <a:ext cx="4340567" cy="19072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8FC795-E9CD-8ABF-E4EE-FDC1CEC1A3C9}"/>
              </a:ext>
            </a:extLst>
          </p:cNvPr>
          <p:cNvSpPr/>
          <p:nvPr/>
        </p:nvSpPr>
        <p:spPr>
          <a:xfrm>
            <a:off x="1138441" y="1530821"/>
            <a:ext cx="10128738" cy="15552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D233CA-F47B-AF3B-A73A-BCD03F676AF8}"/>
              </a:ext>
            </a:extLst>
          </p:cNvPr>
          <p:cNvSpPr/>
          <p:nvPr/>
        </p:nvSpPr>
        <p:spPr>
          <a:xfrm>
            <a:off x="5650992" y="950976"/>
            <a:ext cx="421233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A7C572-9F9F-3F49-E3F6-DDB0F539A1D4}"/>
              </a:ext>
            </a:extLst>
          </p:cNvPr>
          <p:cNvSpPr/>
          <p:nvPr/>
        </p:nvSpPr>
        <p:spPr>
          <a:xfrm>
            <a:off x="5492496" y="1036320"/>
            <a:ext cx="1267968" cy="195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Menu+title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33A27D-F8E8-4C0D-DA35-828418A35C60}"/>
              </a:ext>
            </a:extLst>
          </p:cNvPr>
          <p:cNvSpPr/>
          <p:nvPr/>
        </p:nvSpPr>
        <p:spPr>
          <a:xfrm>
            <a:off x="8950452" y="1036320"/>
            <a:ext cx="1705356" cy="195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setting+app_butt+avatar_icon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C53389-1526-638C-8DE8-F1773313C6E7}"/>
              </a:ext>
            </a:extLst>
          </p:cNvPr>
          <p:cNvSpPr/>
          <p:nvPr/>
        </p:nvSpPr>
        <p:spPr>
          <a:xfrm>
            <a:off x="7002780" y="1036320"/>
            <a:ext cx="1705356" cy="195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Steam+class+people+grades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8532F6-1BB0-934F-08E4-155E72FE8649}"/>
              </a:ext>
            </a:extLst>
          </p:cNvPr>
          <p:cNvSpPr/>
          <p:nvPr/>
        </p:nvSpPr>
        <p:spPr>
          <a:xfrm>
            <a:off x="6815328" y="737616"/>
            <a:ext cx="1267968" cy="195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Nav-tool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B356FF-3CEF-6516-7086-5E842B3B542F}"/>
              </a:ext>
            </a:extLst>
          </p:cNvPr>
          <p:cNvSpPr/>
          <p:nvPr/>
        </p:nvSpPr>
        <p:spPr>
          <a:xfrm>
            <a:off x="5232777" y="1672554"/>
            <a:ext cx="5108448" cy="3931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09EAD-52D1-24DD-C01B-9C510014A1B2}"/>
              </a:ext>
            </a:extLst>
          </p:cNvPr>
          <p:cNvSpPr/>
          <p:nvPr/>
        </p:nvSpPr>
        <p:spPr>
          <a:xfrm>
            <a:off x="7071360" y="1438656"/>
            <a:ext cx="1274064" cy="195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25F0E-83C2-4DBC-7FFE-3AB4A4112006}"/>
              </a:ext>
            </a:extLst>
          </p:cNvPr>
          <p:cNvSpPr/>
          <p:nvPr/>
        </p:nvSpPr>
        <p:spPr>
          <a:xfrm>
            <a:off x="6337039" y="2119338"/>
            <a:ext cx="4285488" cy="10980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4D0D34-32E9-E8D2-E830-39DF581AC89C}"/>
              </a:ext>
            </a:extLst>
          </p:cNvPr>
          <p:cNvSpPr/>
          <p:nvPr/>
        </p:nvSpPr>
        <p:spPr>
          <a:xfrm>
            <a:off x="6379464" y="2477765"/>
            <a:ext cx="3931920" cy="451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Titile+background_ph+customize_butt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DC0008-41FD-33B1-6E14-28E3BF5987BE}"/>
              </a:ext>
            </a:extLst>
          </p:cNvPr>
          <p:cNvSpPr/>
          <p:nvPr/>
        </p:nvSpPr>
        <p:spPr>
          <a:xfrm>
            <a:off x="6815328" y="2005584"/>
            <a:ext cx="1786128" cy="299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Main-top-sec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C36F9-7361-21A3-331A-44550DDF97EC}"/>
              </a:ext>
            </a:extLst>
          </p:cNvPr>
          <p:cNvSpPr/>
          <p:nvPr/>
        </p:nvSpPr>
        <p:spPr>
          <a:xfrm>
            <a:off x="4902200" y="3312160"/>
            <a:ext cx="1193800" cy="2194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F30509-BA0E-F818-2D1A-968017FA2EA1}"/>
              </a:ext>
            </a:extLst>
          </p:cNvPr>
          <p:cNvSpPr/>
          <p:nvPr/>
        </p:nvSpPr>
        <p:spPr>
          <a:xfrm>
            <a:off x="4716533" y="2889467"/>
            <a:ext cx="1123435" cy="392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Filter-nav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1AC92B-0228-A69E-13AA-398BA2A73CE9}"/>
              </a:ext>
            </a:extLst>
          </p:cNvPr>
          <p:cNvSpPr/>
          <p:nvPr/>
        </p:nvSpPr>
        <p:spPr>
          <a:xfrm>
            <a:off x="4484370" y="3402330"/>
            <a:ext cx="1496815" cy="430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Meeting-link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F8FC5D-9798-4277-9D0D-88A75E52F9F5}"/>
              </a:ext>
            </a:extLst>
          </p:cNvPr>
          <p:cNvSpPr/>
          <p:nvPr/>
        </p:nvSpPr>
        <p:spPr>
          <a:xfrm>
            <a:off x="4529081" y="3933825"/>
            <a:ext cx="1496815" cy="430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Class_code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6D8F8E-12DE-6110-3B63-9EE8BC1F204C}"/>
              </a:ext>
            </a:extLst>
          </p:cNvPr>
          <p:cNvSpPr/>
          <p:nvPr/>
        </p:nvSpPr>
        <p:spPr>
          <a:xfrm>
            <a:off x="4599184" y="4720272"/>
            <a:ext cx="1496815" cy="430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calendar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BC72B0-E217-4E69-FDD4-630616691C8D}"/>
              </a:ext>
            </a:extLst>
          </p:cNvPr>
          <p:cNvSpPr/>
          <p:nvPr/>
        </p:nvSpPr>
        <p:spPr>
          <a:xfrm>
            <a:off x="6358128" y="3312160"/>
            <a:ext cx="4037062" cy="2149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396915-CDC0-B76C-E3A5-8A05F6A423A7}"/>
              </a:ext>
            </a:extLst>
          </p:cNvPr>
          <p:cNvSpPr/>
          <p:nvPr/>
        </p:nvSpPr>
        <p:spPr>
          <a:xfrm>
            <a:off x="7613904" y="3281897"/>
            <a:ext cx="2097024" cy="35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Course_block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CE7419-BBF4-0BFB-6D2E-193281A8AC5A}"/>
              </a:ext>
            </a:extLst>
          </p:cNvPr>
          <p:cNvSpPr/>
          <p:nvPr/>
        </p:nvSpPr>
        <p:spPr>
          <a:xfrm>
            <a:off x="6662928" y="3832860"/>
            <a:ext cx="3547872" cy="3124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announcements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24A8B6-A2A5-9E69-5617-F5EE9AFBF70A}"/>
              </a:ext>
            </a:extLst>
          </p:cNvPr>
          <p:cNvSpPr/>
          <p:nvPr/>
        </p:nvSpPr>
        <p:spPr>
          <a:xfrm>
            <a:off x="6705847" y="4346085"/>
            <a:ext cx="3547872" cy="13419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B5F5E7-5862-4206-8B91-0797813D7F44}"/>
              </a:ext>
            </a:extLst>
          </p:cNvPr>
          <p:cNvSpPr/>
          <p:nvPr/>
        </p:nvSpPr>
        <p:spPr>
          <a:xfrm>
            <a:off x="7170420" y="4264660"/>
            <a:ext cx="2532888" cy="2006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Assignments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4F9F71-2AC2-949A-3731-D9D3B44472D6}"/>
              </a:ext>
            </a:extLst>
          </p:cNvPr>
          <p:cNvSpPr/>
          <p:nvPr/>
        </p:nvSpPr>
        <p:spPr>
          <a:xfrm>
            <a:off x="7071360" y="4720272"/>
            <a:ext cx="2886456" cy="430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Detail+due_date+more_butt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6B8B72-70D6-F574-F589-30291FEA2432}"/>
              </a:ext>
            </a:extLst>
          </p:cNvPr>
          <p:cNvSpPr/>
          <p:nvPr/>
        </p:nvSpPr>
        <p:spPr>
          <a:xfrm>
            <a:off x="8001000" y="4635500"/>
            <a:ext cx="1376680" cy="134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013" y="1326915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4A87E-168E-3CFD-2EB3-7BD85D2DA761}"/>
              </a:ext>
            </a:extLst>
          </p:cNvPr>
          <p:cNvSpPr/>
          <p:nvPr/>
        </p:nvSpPr>
        <p:spPr>
          <a:xfrm>
            <a:off x="2162007" y="1740757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Sec-nav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DBF469-AE16-7D3E-FEC1-C1F91CB88F0F}"/>
              </a:ext>
            </a:extLst>
          </p:cNvPr>
          <p:cNvSpPr/>
          <p:nvPr/>
        </p:nvSpPr>
        <p:spPr>
          <a:xfrm>
            <a:off x="2128200" y="1397958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First-nav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6579FB-EE62-5F38-19E5-FF76D422F761}"/>
              </a:ext>
            </a:extLst>
          </p:cNvPr>
          <p:cNvSpPr/>
          <p:nvPr/>
        </p:nvSpPr>
        <p:spPr>
          <a:xfrm>
            <a:off x="478837" y="1397958"/>
            <a:ext cx="1237535" cy="272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E1B598-B417-FA5E-F5AF-C5D274138391}"/>
              </a:ext>
            </a:extLst>
          </p:cNvPr>
          <p:cNvSpPr/>
          <p:nvPr/>
        </p:nvSpPr>
        <p:spPr>
          <a:xfrm>
            <a:off x="42672" y="1981426"/>
            <a:ext cx="8693365" cy="28416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AAAB358-CB75-FB65-58A1-041EFBB97939}"/>
              </a:ext>
            </a:extLst>
          </p:cNvPr>
          <p:cNvSpPr/>
          <p:nvPr/>
        </p:nvSpPr>
        <p:spPr>
          <a:xfrm>
            <a:off x="-89220" y="2860075"/>
            <a:ext cx="10893578" cy="3893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EFBD3-CB2B-1A05-7BE1-1D41374ED5F5}"/>
              </a:ext>
            </a:extLst>
          </p:cNvPr>
          <p:cNvSpPr/>
          <p:nvPr/>
        </p:nvSpPr>
        <p:spPr>
          <a:xfrm>
            <a:off x="67056" y="934662"/>
            <a:ext cx="9326880" cy="3942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First-nav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A9033-8332-9A9C-15D5-25EC5E44DDCA}"/>
              </a:ext>
            </a:extLst>
          </p:cNvPr>
          <p:cNvSpPr/>
          <p:nvPr/>
        </p:nvSpPr>
        <p:spPr>
          <a:xfrm>
            <a:off x="134808" y="1037779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Menu+logo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B7D8D-3C4A-5677-A054-83BD60F73900}"/>
              </a:ext>
            </a:extLst>
          </p:cNvPr>
          <p:cNvSpPr/>
          <p:nvPr/>
        </p:nvSpPr>
        <p:spPr>
          <a:xfrm>
            <a:off x="5833872" y="1037779"/>
            <a:ext cx="3475416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Add_butt+App_butt+Avatar_icon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44AF0B-DF15-20C4-B263-EE0E44E84C74}"/>
              </a:ext>
            </a:extLst>
          </p:cNvPr>
          <p:cNvSpPr/>
          <p:nvPr/>
        </p:nvSpPr>
        <p:spPr>
          <a:xfrm>
            <a:off x="0" y="2152338"/>
            <a:ext cx="9669780" cy="3942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Sec-nav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8328B-3A1F-F600-062A-020AA88C69F8}"/>
              </a:ext>
            </a:extLst>
          </p:cNvPr>
          <p:cNvSpPr/>
          <p:nvPr/>
        </p:nvSpPr>
        <p:spPr>
          <a:xfrm>
            <a:off x="-89220" y="2307249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Review+Calendar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2CCA3A-DD59-ABC7-43CD-D892A5D6A81B}"/>
              </a:ext>
            </a:extLst>
          </p:cNvPr>
          <p:cNvSpPr/>
          <p:nvPr/>
        </p:nvSpPr>
        <p:spPr>
          <a:xfrm>
            <a:off x="1030920" y="3749040"/>
            <a:ext cx="4083624" cy="2606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D5CBE7-7AC7-B0DF-6145-CCF93A944A8E}"/>
              </a:ext>
            </a:extLst>
          </p:cNvPr>
          <p:cNvSpPr/>
          <p:nvPr/>
        </p:nvSpPr>
        <p:spPr>
          <a:xfrm>
            <a:off x="1170780" y="4100932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DC72A-FC99-CD17-41C1-D8EBDEDCD911}"/>
              </a:ext>
            </a:extLst>
          </p:cNvPr>
          <p:cNvSpPr/>
          <p:nvPr/>
        </p:nvSpPr>
        <p:spPr>
          <a:xfrm>
            <a:off x="1128108" y="4377355"/>
            <a:ext cx="3541428" cy="18893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3D414D-1EAB-128C-7255-AE97D8696D39}"/>
              </a:ext>
            </a:extLst>
          </p:cNvPr>
          <p:cNvSpPr/>
          <p:nvPr/>
        </p:nvSpPr>
        <p:spPr>
          <a:xfrm>
            <a:off x="1329102" y="6053800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Att+file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BEDF49-420A-3B8E-E9C5-0E9C476155FE}"/>
              </a:ext>
            </a:extLst>
          </p:cNvPr>
          <p:cNvSpPr/>
          <p:nvPr/>
        </p:nvSpPr>
        <p:spPr>
          <a:xfrm>
            <a:off x="1231740" y="4911181"/>
            <a:ext cx="3273204" cy="11177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Detail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8B46E2-D345-876A-F0F7-0C325EC82003}"/>
              </a:ext>
            </a:extLst>
          </p:cNvPr>
          <p:cNvSpPr/>
          <p:nvPr/>
        </p:nvSpPr>
        <p:spPr>
          <a:xfrm>
            <a:off x="1170780" y="3525987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Sub-</a:t>
            </a:r>
            <a:r>
              <a:rPr lang="en-US" dirty="0" err="1"/>
              <a:t>content_box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4E26F3-0CB5-D63F-E589-41943170BFD1}"/>
              </a:ext>
            </a:extLst>
          </p:cNvPr>
          <p:cNvSpPr/>
          <p:nvPr/>
        </p:nvSpPr>
        <p:spPr>
          <a:xfrm>
            <a:off x="4249260" y="2892399"/>
            <a:ext cx="3078480" cy="1880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107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DIN Norakvannada</cp:lastModifiedBy>
  <cp:revision>1</cp:revision>
  <dcterms:created xsi:type="dcterms:W3CDTF">2024-08-04T11:27:57Z</dcterms:created>
  <dcterms:modified xsi:type="dcterms:W3CDTF">2025-11-04T10:36:33Z</dcterms:modified>
</cp:coreProperties>
</file>